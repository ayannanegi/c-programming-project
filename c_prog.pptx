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DAEC9-7DFD-432C-BB95-4D0E8635199C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3EEC1-FD1B-4992-AFBA-7A5172A44F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028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3EEC1-FD1B-4992-AFBA-7A5172A44F6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990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4C0B1-9B9A-D879-787B-5F2B248B8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D573CD-87FF-A899-57D7-E6FB2EBC5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4D785-A77F-91CB-4037-6B4E371E2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F10-F223-4515-9520-D8BD00356CA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825CA-F24E-EC4F-7CBA-CE08BCDC5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7EC99-2CA0-EAAA-E226-4FFA2FB1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72A9-024A-47A8-923F-822F15CC1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72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ED8D8-787B-A94E-8D96-978740D64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70CA2-3EAE-D6A2-282E-3CB7C3A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96444-A2B0-6B9E-1FFC-CE0159253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F10-F223-4515-9520-D8BD00356CA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67BD8-F550-05B7-8362-FBD0F12A0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F50C5-DA10-6946-234C-BC345F1A2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72A9-024A-47A8-923F-822F15CC1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962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7C90-101C-07DB-71C5-1AE7BDF17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5558B-4A37-97CA-E0AE-D24E233F9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B4827-9C24-0A98-78BA-EF31165B6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F10-F223-4515-9520-D8BD00356CA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643BD-4D5F-EA53-764C-B76FC8FFD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8808C-6DE6-468F-1149-3E4E85E3C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72A9-024A-47A8-923F-822F15CC1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14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C3969-E507-16B6-3D05-017B41AE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9064F-C32E-5587-7536-921A302D7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2454C7-5DEB-3535-C355-09CFC9F6E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AE3CB-6353-C953-D514-E3513D826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F10-F223-4515-9520-D8BD00356CA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46FDC-AB88-C314-F8DF-C6E92A578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53504-20EF-7B25-7CC6-97369A215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72A9-024A-47A8-923F-822F15CC1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4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5224C-55DD-BCB0-7C7D-C5063EE2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B4CFA-B6AB-94D3-1EE6-8575C7D7A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F1FC0-7514-7E37-B46A-8E9B0B8BA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7E47FD-D166-2300-8B09-75EAA58F5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2D54FB-86CC-0CAA-306E-25C586353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181AF4-B68A-DCE5-73BC-5A7FCC3DE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F10-F223-4515-9520-D8BD00356CA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7D4CB-D9C9-95D5-A7E4-D4D354AB2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1C1B87-BCEB-9882-246B-C46F5E2E8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72A9-024A-47A8-923F-822F15CC1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925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81959-F4B5-9265-E399-500105AFF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65A652-1730-09C9-3545-B7BB95C64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F10-F223-4515-9520-D8BD00356CA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E93E3-D544-16AD-399E-262CC4B2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B9DFBA-2FAE-09A2-D74E-50BC87F73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72A9-024A-47A8-923F-822F15CC1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369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53D6FD-B9AA-B871-68DD-978C24735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F10-F223-4515-9520-D8BD00356CA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71E34B-3212-4698-4413-60E9F6E9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2A793-8D20-7559-B64F-A53AF1100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72A9-024A-47A8-923F-822F15CC1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385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25052-56B4-9699-758C-BE6C8F4D9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1B5AB-AF00-C9C6-6F7B-A01D02CFF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763555-F861-29E1-1ED5-B1C45AFCC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0CE57-2634-E80B-4FEC-F5F6DA8F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F10-F223-4515-9520-D8BD00356CA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A2C1C-1793-4314-2448-7F4EAB67A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87E98-1830-2F94-27E2-B36D65E73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72A9-024A-47A8-923F-822F15CC1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786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1E42F-57C8-2F2C-F525-9CA1706DD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299B3C-543B-BE80-1F24-90428EBCD3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B2FD4-2C14-81A6-51C8-64E30291F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1F29C-9333-6313-6CAF-B8602D3DE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F10-F223-4515-9520-D8BD00356CA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D5935-F89E-06AD-89C7-4DE847A32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D3682-BEA4-4CF7-E9A1-4A2D4B702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72A9-024A-47A8-923F-822F15CC1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368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1997-4874-9C36-12AF-8330E1D35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9A365-ADA9-237A-1BA5-98462651B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230E4-BF16-E727-FA02-5CD4C0F97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F10-F223-4515-9520-D8BD00356CA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17574-F20F-39CF-C23E-F2C633F4C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F49AF-1136-3088-B369-2BDD44C44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72A9-024A-47A8-923F-822F15CC1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818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4A3546-3207-15E7-67AA-8F85B389AB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CBB66-8878-63C7-5588-29D788562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4ACED-4DFA-A465-6C59-E0F8FF0F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7DF10-F223-4515-9520-D8BD00356CA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80E82-2B9E-5DCF-CAD2-AAC119B39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CEE6C-BFAB-AD41-116C-75DD83BB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272A9-024A-47A8-923F-822F15CC1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382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AA2627-F7D1-B1E9-5A23-F50569D22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6B561-76A9-BE6E-98D7-97B77A727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9A69A-B802-9AF4-EB9A-04D795609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7DF10-F223-4515-9520-D8BD00356CA5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F7980-27A7-9A74-8E8D-986BD001C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7C429-A811-F5F4-2D1F-F4DA0A84F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272A9-024A-47A8-923F-822F15CC14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4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59E86B2-5BE7-FD53-4279-C45561383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6296"/>
            <a:ext cx="12192000" cy="689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47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5C74C9-8271-5CCD-6813-37A57C72C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9124"/>
            <a:ext cx="12191999" cy="695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558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62CE88-A5A3-3748-C906-A0153EA93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955" y="-73572"/>
            <a:ext cx="12341909" cy="704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95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444C52-1CC5-0DC2-D65A-B0FC9B921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793" y="0"/>
            <a:ext cx="123240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82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9B977A-9CB3-B54F-EE93-058794301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488"/>
            <a:ext cx="12192000" cy="688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13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120CAE-E2DC-2B10-1D31-DFD7DDC1A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393"/>
            <a:ext cx="12310800" cy="699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237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8934FD-726A-45E3-DE5C-707DC4102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393"/>
            <a:ext cx="12192000" cy="692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158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122567-5706-B296-F7EF-1834B2AF8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821123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989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AD3371-9EA7-3D66-4E9D-75341E9A74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8"/>
            <a:ext cx="12192000" cy="685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06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</Words>
  <Application>Microsoft Office PowerPoint</Application>
  <PresentationFormat>Widescreen</PresentationFormat>
  <Paragraphs>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Ayanna Negi</dc:creator>
  <cp:lastModifiedBy>Ayanna Negi</cp:lastModifiedBy>
  <cp:revision>2</cp:revision>
  <dcterms:created xsi:type="dcterms:W3CDTF">2025-12-01T10:43:06Z</dcterms:created>
  <dcterms:modified xsi:type="dcterms:W3CDTF">2025-12-01T10:52:40Z</dcterms:modified>
</cp:coreProperties>
</file>